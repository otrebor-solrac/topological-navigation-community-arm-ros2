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64" r:id="rId5"/>
    <p:sldId id="258" r:id="rId6"/>
    <p:sldId id="266" r:id="rId7"/>
    <p:sldId id="265" r:id="rId8"/>
    <p:sldId id="267" r:id="rId9"/>
    <p:sldId id="259" r:id="rId10"/>
    <p:sldId id="260" r:id="rId11"/>
    <p:sldId id="261" r:id="rId12"/>
    <p:sldId id="263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459"/>
    <a:srgbClr val="245C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62" d="100"/>
          <a:sy n="62" d="100"/>
        </p:scale>
        <p:origin x="9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42380-29F4-7885-D208-EE6B3A1F9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184D8A-FB05-07BE-4B9B-48F890BA6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E1AC74-A96C-6DF9-BAC2-6B57C578E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57F-D9AD-8A45-99FA-27A12DCE6F0B}" type="datetimeFigureOut">
              <a:rPr lang="es-MX" smtClean="0"/>
              <a:t>23/01/2025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5D51E0-D288-5AD9-E9C6-318A3EEA5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F3E0D9-24E9-9D52-A957-F9D786C8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77BE-3417-5741-9C06-646E5B4D8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853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01505-2B21-4F87-7372-4CD487734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69F502-C957-D0CD-CB5A-51EC6B428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BECD5D-5141-752C-BB70-0301264F6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57F-D9AD-8A45-99FA-27A12DCE6F0B}" type="datetimeFigureOut">
              <a:rPr lang="es-MX" smtClean="0"/>
              <a:t>23/01/2025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3BFD11-F425-FF05-8852-2ED48ABF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451A02-38E8-5D34-6307-B211425C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77BE-3417-5741-9C06-646E5B4D8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8742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5063E-0145-11AC-B497-708A91452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96655B-7EA1-0AC4-EEE3-57E2920CD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50C324-AB5E-AABF-45D9-FDC77A021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57F-D9AD-8A45-99FA-27A12DCE6F0B}" type="datetimeFigureOut">
              <a:rPr lang="es-MX" smtClean="0"/>
              <a:t>23/01/2025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04D378-2C18-709A-270A-A4E75DD8C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4E66E3-9229-84F0-EEA4-578EEF325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77BE-3417-5741-9C06-646E5B4D8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6443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329277-B785-6564-ED5E-C308537F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85F2C7-1F65-E84C-E1B2-14CA5B7456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E1DA9A-F6DC-507F-6F9B-EB5E635D0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77500F-4FE3-40D7-9039-4BD1297D5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57F-D9AD-8A45-99FA-27A12DCE6F0B}" type="datetimeFigureOut">
              <a:rPr lang="es-MX" smtClean="0"/>
              <a:t>23/01/2025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B18608-9A0D-8E1D-B272-86F09D69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A6B838-DC36-C62B-511B-78BBE8584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77BE-3417-5741-9C06-646E5B4D8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2576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40458-0846-538C-D307-267243BDE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1EF107-7F66-2CE3-A2E6-366639A12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47BF29-8593-4D59-249D-16A686F51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358F34-7A43-C3D5-D2DF-9863D9DE2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FAADF1B-BC93-27DD-C8F9-B606CCBFF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597C082-BED4-EDFA-C890-A23D9C222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57F-D9AD-8A45-99FA-27A12DCE6F0B}" type="datetimeFigureOut">
              <a:rPr lang="es-MX" smtClean="0"/>
              <a:t>23/01/2025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A273741-70A5-6310-5762-1E42C3B9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53C7AB-DB99-BA88-8AF7-A32329734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77BE-3417-5741-9C06-646E5B4D8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01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EAC9A-8C31-88DC-F120-D7903897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D3C53B0-4C6B-9D13-172D-67325EAD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57F-D9AD-8A45-99FA-27A12DCE6F0B}" type="datetimeFigureOut">
              <a:rPr lang="es-MX" smtClean="0"/>
              <a:t>23/01/2025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72631A-C47F-77F5-6F29-0E32D02F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BDCC397-A651-9FAA-1CB9-72E54EC2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77BE-3417-5741-9C06-646E5B4D8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9129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288B946-D0DE-7222-2974-140E465A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57F-D9AD-8A45-99FA-27A12DCE6F0B}" type="datetimeFigureOut">
              <a:rPr lang="es-MX" smtClean="0"/>
              <a:t>23/01/2025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AFB80F7-50BC-F3DD-ADEA-96D94FA9C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D38E3D-5FFE-1BFF-23FE-0E1AFAD77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77BE-3417-5741-9C06-646E5B4D8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896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E16B8-9745-9697-DC34-4A1B0B30E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7D4019-20B9-3478-F316-C78CFB5DE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B4CA10-096B-94B7-D4B0-67AB1D147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287719-0BDE-D8F5-29C7-95A84691E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57F-D9AD-8A45-99FA-27A12DCE6F0B}" type="datetimeFigureOut">
              <a:rPr lang="es-MX" smtClean="0"/>
              <a:t>23/01/2025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FBC66D-5856-116B-0C91-548793C83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C00D3C-EC41-4BD5-72BF-6FF4ABFAB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77BE-3417-5741-9C06-646E5B4D8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304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21240-3A44-BF33-EE08-5167A46A2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91A219E-8DB7-298E-D78C-6DB35D12BA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58EA7E-1043-0141-6C4F-EA31B98F9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F901AD-F68A-A08E-8DDC-098A2D75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57F-D9AD-8A45-99FA-27A12DCE6F0B}" type="datetimeFigureOut">
              <a:rPr lang="es-MX" smtClean="0"/>
              <a:t>23/01/2025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606934-B544-C67E-1B87-B49D01A7A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615C78-C961-35B0-1C3A-F156DB32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77BE-3417-5741-9C06-646E5B4D8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119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B3792-D10F-5E2D-0233-BB6FCE697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4FAA32-E80E-5CD3-3A6D-DC8C7430A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2346C8-E92E-78BA-48A9-C9CAB3A3A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57F-D9AD-8A45-99FA-27A12DCE6F0B}" type="datetimeFigureOut">
              <a:rPr lang="es-MX" smtClean="0"/>
              <a:t>23/01/2025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F61EB4-9519-C09C-1DDE-27B7E8372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D7DE98-B357-7145-F331-7ED5CDC42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77BE-3417-5741-9C06-646E5B4D8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7907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947258-159E-11F7-22AA-9D9CFC3D9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0DDA63-E83A-F9DE-5CF7-67CBDEFB8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019B2C-BBD7-368E-48BC-DE4E1895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57F-D9AD-8A45-99FA-27A12DCE6F0B}" type="datetimeFigureOut">
              <a:rPr lang="es-MX" smtClean="0"/>
              <a:t>23/01/2025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6E40DE-778A-198D-6B0C-FEC1F8685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A89F50-4192-8DB9-7CDA-CF4685B9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77BE-3417-5741-9C06-646E5B4D8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1088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0A6187-A44F-5EA2-F272-08996FFC0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6F0401-C8DD-E378-9972-15B55D1CF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056BB0-071A-FD3E-7CF4-94E1D8514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5A57F-D9AD-8A45-99FA-27A12DCE6F0B}" type="datetimeFigureOut">
              <a:rPr lang="es-MX" smtClean="0"/>
              <a:t>23/01/2025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60800A-530D-CFF9-38F4-B9F12B4EB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92F3AD-B7AC-3B40-496A-283399DC8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777BE-3417-5741-9C06-646E5B4D8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4364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1ACA50D3-C483-DD12-02F2-07DFD09CB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" y="4052030"/>
            <a:ext cx="11464925" cy="132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altLang="es-MX" sz="4000" dirty="0">
                <a:solidFill>
                  <a:srgbClr val="245C4F"/>
                </a:solidFill>
                <a:latin typeface="Montserrat SemiBold" pitchFamily="2" charset="77"/>
              </a:rPr>
              <a:t>TÍTULO DE</a:t>
            </a:r>
            <a:br>
              <a:rPr lang="es-MX" altLang="es-MX" sz="4000" dirty="0">
                <a:solidFill>
                  <a:srgbClr val="245C4F"/>
                </a:solidFill>
                <a:latin typeface="Montserrat SemiBold" pitchFamily="2" charset="77"/>
              </a:rPr>
            </a:br>
            <a:r>
              <a:rPr lang="es-MX" altLang="es-MX" sz="4000" dirty="0">
                <a:solidFill>
                  <a:srgbClr val="245C4F"/>
                </a:solidFill>
                <a:latin typeface="Montserrat SemiBold" pitchFamily="2" charset="77"/>
              </a:rPr>
              <a:t>PRESENTACIÓN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AB1066A2-F8B0-91A4-5A52-429A64E66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" y="5337148"/>
            <a:ext cx="114649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4213" indent="-227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1413" indent="-227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98613" indent="-227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5813" indent="-227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3013" indent="-227013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0213" indent="-227013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7413" indent="-227013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4613" indent="-227013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MX" altLang="es-MX" sz="2400" dirty="0">
                <a:solidFill>
                  <a:srgbClr val="BC945A"/>
                </a:solidFill>
                <a:latin typeface="Montserrat SemiBold" pitchFamily="2" charset="77"/>
              </a:rPr>
              <a:t>SUBTÍTULO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855228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950A1AD-82BD-7726-B6A8-FEBD2EF5A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" y="4052030"/>
            <a:ext cx="11464925" cy="132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altLang="es-MX" sz="4000" dirty="0">
                <a:solidFill>
                  <a:schemeClr val="bg1"/>
                </a:solidFill>
                <a:latin typeface="Montserrat SemiBold" pitchFamily="2" charset="77"/>
              </a:rPr>
              <a:t>TÍTULO DE</a:t>
            </a:r>
            <a:br>
              <a:rPr lang="es-MX" altLang="es-MX" sz="4000" dirty="0">
                <a:solidFill>
                  <a:schemeClr val="bg1"/>
                </a:solidFill>
                <a:latin typeface="Montserrat SemiBold" pitchFamily="2" charset="77"/>
              </a:rPr>
            </a:br>
            <a:r>
              <a:rPr lang="es-MX" altLang="es-MX" sz="4000" dirty="0">
                <a:solidFill>
                  <a:schemeClr val="bg1"/>
                </a:solidFill>
                <a:latin typeface="Montserrat SemiBold" pitchFamily="2" charset="77"/>
              </a:rPr>
              <a:t>PRESENTACIÓN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DC8C9EFE-E493-644D-2B8E-E3DC06603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" y="5337148"/>
            <a:ext cx="114649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4213" indent="-227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1413" indent="-227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98613" indent="-227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5813" indent="-227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3013" indent="-227013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0213" indent="-227013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7413" indent="-227013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4613" indent="-227013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MX" altLang="es-MX" sz="2400" dirty="0">
                <a:solidFill>
                  <a:srgbClr val="BC945A"/>
                </a:solidFill>
                <a:latin typeface="Montserrat SemiBold" pitchFamily="2" charset="77"/>
              </a:rPr>
              <a:t>SUBTÍTULO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525705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63C2C9F4-DB61-AA11-E471-41F4A7103B90}"/>
              </a:ext>
            </a:extLst>
          </p:cNvPr>
          <p:cNvSpPr txBox="1">
            <a:spLocks/>
          </p:cNvSpPr>
          <p:nvPr/>
        </p:nvSpPr>
        <p:spPr>
          <a:xfrm>
            <a:off x="3800840" y="86846"/>
            <a:ext cx="7810393" cy="4673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base"/>
            <a:r>
              <a:rPr lang="es-MX" sz="1600" dirty="0">
                <a:solidFill>
                  <a:srgbClr val="245C4F"/>
                </a:solidFill>
                <a:effectLst/>
                <a:latin typeface="Montserrat Medium" pitchFamily="2" charset="77"/>
              </a:rPr>
              <a:t>[Nombre de la Unidad didáctica]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6D999E7-8842-7BC7-E1C4-CBCBDE7A5B9D}"/>
              </a:ext>
            </a:extLst>
          </p:cNvPr>
          <p:cNvGrpSpPr/>
          <p:nvPr/>
        </p:nvGrpSpPr>
        <p:grpSpPr>
          <a:xfrm>
            <a:off x="1055290" y="2222217"/>
            <a:ext cx="10555943" cy="3116698"/>
            <a:chOff x="865009" y="1597793"/>
            <a:chExt cx="10555943" cy="3116698"/>
          </a:xfrm>
        </p:grpSpPr>
        <p:sp>
          <p:nvSpPr>
            <p:cNvPr id="4" name="Rectángulo redondeado 25">
              <a:extLst>
                <a:ext uri="{FF2B5EF4-FFF2-40B4-BE49-F238E27FC236}">
                  <a16:creationId xmlns:a16="http://schemas.microsoft.com/office/drawing/2014/main" id="{6134558E-E021-1517-3D39-FDDF6DA2AE6B}"/>
                </a:ext>
              </a:extLst>
            </p:cNvPr>
            <p:cNvSpPr/>
            <p:nvPr/>
          </p:nvSpPr>
          <p:spPr>
            <a:xfrm>
              <a:off x="865009" y="1597793"/>
              <a:ext cx="4905913" cy="3116698"/>
            </a:xfrm>
            <a:prstGeom prst="roundRect">
              <a:avLst>
                <a:gd name="adj" fmla="val 5155"/>
              </a:avLst>
            </a:prstGeom>
            <a:solidFill>
              <a:schemeClr val="bg1"/>
            </a:solidFill>
            <a:ln w="38100">
              <a:solidFill>
                <a:schemeClr val="tx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" name="Rectángulo redondeado 26">
              <a:extLst>
                <a:ext uri="{FF2B5EF4-FFF2-40B4-BE49-F238E27FC236}">
                  <a16:creationId xmlns:a16="http://schemas.microsoft.com/office/drawing/2014/main" id="{C824D13D-84AF-D41D-B642-30A81EDA937A}"/>
                </a:ext>
              </a:extLst>
            </p:cNvPr>
            <p:cNvSpPr/>
            <p:nvPr/>
          </p:nvSpPr>
          <p:spPr>
            <a:xfrm>
              <a:off x="6515039" y="1597793"/>
              <a:ext cx="4905913" cy="3116698"/>
            </a:xfrm>
            <a:prstGeom prst="roundRect">
              <a:avLst>
                <a:gd name="adj" fmla="val 5155"/>
              </a:avLst>
            </a:prstGeom>
            <a:solidFill>
              <a:schemeClr val="bg1"/>
            </a:solidFill>
            <a:ln w="38100">
              <a:solidFill>
                <a:schemeClr val="tx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6" name="Título 1">
            <a:extLst>
              <a:ext uri="{FF2B5EF4-FFF2-40B4-BE49-F238E27FC236}">
                <a16:creationId xmlns:a16="http://schemas.microsoft.com/office/drawing/2014/main" id="{D2F746BF-4464-5D9C-A896-9BB945F8D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5515" y="1015600"/>
            <a:ext cx="8585718" cy="745218"/>
          </a:xfrm>
        </p:spPr>
        <p:txBody>
          <a:bodyPr>
            <a:normAutofit/>
          </a:bodyPr>
          <a:lstStyle/>
          <a:p>
            <a:pPr algn="r"/>
            <a:r>
              <a:rPr lang="es-MX" sz="2500" dirty="0">
                <a:solidFill>
                  <a:schemeClr val="tx2"/>
                </a:solidFill>
                <a:latin typeface="Montserrat" pitchFamily="2" charset="77"/>
              </a:rPr>
              <a:t>Identificación oficial (INE o Pasaporte)</a:t>
            </a:r>
          </a:p>
        </p:txBody>
      </p:sp>
    </p:spTree>
    <p:extLst>
      <p:ext uri="{BB962C8B-B14F-4D97-AF65-F5344CB8AC3E}">
        <p14:creationId xmlns:p14="http://schemas.microsoft.com/office/powerpoint/2010/main" val="412493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B72355-4ACF-0CA5-3B28-6075CBF91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45" y="1237484"/>
            <a:ext cx="10930688" cy="974376"/>
          </a:xfrm>
        </p:spPr>
        <p:txBody>
          <a:bodyPr>
            <a:normAutofit/>
          </a:bodyPr>
          <a:lstStyle/>
          <a:p>
            <a:endParaRPr lang="es-MX" sz="3600" b="1" dirty="0">
              <a:solidFill>
                <a:srgbClr val="BC9459"/>
              </a:solidFill>
              <a:latin typeface="Montserrat" pitchFamily="2" charset="77"/>
            </a:endParaRP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3D9E04A6-26A1-E95A-E8B6-2A9813D2F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545" y="2817340"/>
            <a:ext cx="10930688" cy="3915677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63C2C9F4-DB61-AA11-E471-41F4A7103B90}"/>
              </a:ext>
            </a:extLst>
          </p:cNvPr>
          <p:cNvSpPr txBox="1">
            <a:spLocks/>
          </p:cNvSpPr>
          <p:nvPr/>
        </p:nvSpPr>
        <p:spPr>
          <a:xfrm>
            <a:off x="3800840" y="86846"/>
            <a:ext cx="7810393" cy="4673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base"/>
            <a:r>
              <a:rPr lang="es-MX" sz="1600" dirty="0">
                <a:solidFill>
                  <a:srgbClr val="245C4F"/>
                </a:solidFill>
                <a:effectLst/>
                <a:latin typeface="Montserrat Medium" pitchFamily="2" charset="77"/>
              </a:rPr>
              <a:t>[Nombre de </a:t>
            </a:r>
            <a:r>
              <a:rPr lang="es-MX" sz="1600" dirty="0">
                <a:solidFill>
                  <a:srgbClr val="245C4F"/>
                </a:solidFill>
                <a:latin typeface="Montserrat Medium" pitchFamily="2" charset="77"/>
              </a:rPr>
              <a:t>la Unidad didáctica]</a:t>
            </a:r>
            <a:endParaRPr lang="es-MX" sz="1600" dirty="0">
              <a:solidFill>
                <a:srgbClr val="245C4F"/>
              </a:solidFill>
              <a:effectLst/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27739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8ACFCCB-71AD-CA4F-335E-9336AA7E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45" y="1237484"/>
            <a:ext cx="10930688" cy="974376"/>
          </a:xfrm>
        </p:spPr>
        <p:txBody>
          <a:bodyPr>
            <a:normAutofit/>
          </a:bodyPr>
          <a:lstStyle/>
          <a:p>
            <a:endParaRPr lang="es-MX" sz="3600" b="1" dirty="0">
              <a:solidFill>
                <a:srgbClr val="245C4F"/>
              </a:solidFill>
              <a:latin typeface="Montserrat" pitchFamily="2" charset="77"/>
            </a:endParaRPr>
          </a:p>
        </p:txBody>
      </p:sp>
      <p:sp>
        <p:nvSpPr>
          <p:cNvPr id="5" name="Marcador de contenido 8">
            <a:extLst>
              <a:ext uri="{FF2B5EF4-FFF2-40B4-BE49-F238E27FC236}">
                <a16:creationId xmlns:a16="http://schemas.microsoft.com/office/drawing/2014/main" id="{22FFF1E5-CAEC-48F3-A4D7-76F349A78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545" y="2421923"/>
            <a:ext cx="10930688" cy="3558747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8AB4A86-1CD5-5670-18C0-1D859438E700}"/>
              </a:ext>
            </a:extLst>
          </p:cNvPr>
          <p:cNvSpPr txBox="1">
            <a:spLocks/>
          </p:cNvSpPr>
          <p:nvPr/>
        </p:nvSpPr>
        <p:spPr>
          <a:xfrm>
            <a:off x="3800840" y="86846"/>
            <a:ext cx="7810393" cy="4673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base"/>
            <a:r>
              <a:rPr lang="es-MX" sz="1600" dirty="0">
                <a:solidFill>
                  <a:srgbClr val="245C4F"/>
                </a:solidFill>
                <a:effectLst/>
                <a:latin typeface="Montserrat Medium" pitchFamily="2" charset="77"/>
              </a:rPr>
              <a:t>[Nombre de la </a:t>
            </a:r>
            <a:r>
              <a:rPr lang="es-MX" sz="1600" dirty="0">
                <a:solidFill>
                  <a:srgbClr val="245C4F"/>
                </a:solidFill>
                <a:latin typeface="Montserrat Medium" pitchFamily="2" charset="77"/>
              </a:rPr>
              <a:t>Unidad didáctica</a:t>
            </a:r>
            <a:r>
              <a:rPr lang="es-MX" sz="1600" dirty="0">
                <a:solidFill>
                  <a:srgbClr val="245C4F"/>
                </a:solidFill>
                <a:effectLst/>
                <a:latin typeface="Montserrat Medium" pitchFamily="2" charset="7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3349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8ACFCCB-71AD-CA4F-335E-9336AA7E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45" y="1237484"/>
            <a:ext cx="10930688" cy="974376"/>
          </a:xfrm>
        </p:spPr>
        <p:txBody>
          <a:bodyPr>
            <a:normAutofit/>
          </a:bodyPr>
          <a:lstStyle/>
          <a:p>
            <a:endParaRPr lang="es-MX" sz="3600" b="1" dirty="0">
              <a:solidFill>
                <a:srgbClr val="245C4F"/>
              </a:solidFill>
              <a:latin typeface="Montserrat" pitchFamily="2" charset="77"/>
            </a:endParaRPr>
          </a:p>
        </p:txBody>
      </p:sp>
      <p:sp>
        <p:nvSpPr>
          <p:cNvPr id="5" name="Marcador de contenido 8">
            <a:extLst>
              <a:ext uri="{FF2B5EF4-FFF2-40B4-BE49-F238E27FC236}">
                <a16:creationId xmlns:a16="http://schemas.microsoft.com/office/drawing/2014/main" id="{22FFF1E5-CAEC-48F3-A4D7-76F349A78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545" y="2421923"/>
            <a:ext cx="10930688" cy="3558747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8AB4A86-1CD5-5670-18C0-1D859438E700}"/>
              </a:ext>
            </a:extLst>
          </p:cNvPr>
          <p:cNvSpPr txBox="1">
            <a:spLocks/>
          </p:cNvSpPr>
          <p:nvPr/>
        </p:nvSpPr>
        <p:spPr>
          <a:xfrm>
            <a:off x="3800840" y="86846"/>
            <a:ext cx="7810393" cy="4673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base"/>
            <a:r>
              <a:rPr lang="es-MX" sz="1600" dirty="0">
                <a:solidFill>
                  <a:srgbClr val="245C4F"/>
                </a:solidFill>
                <a:effectLst/>
                <a:latin typeface="Montserrat Medium" pitchFamily="2" charset="77"/>
              </a:rPr>
              <a:t>[Nombre de la </a:t>
            </a:r>
            <a:r>
              <a:rPr lang="es-MX" sz="1600" dirty="0">
                <a:solidFill>
                  <a:srgbClr val="245C4F"/>
                </a:solidFill>
                <a:latin typeface="Montserrat Medium" pitchFamily="2" charset="77"/>
              </a:rPr>
              <a:t>Unidad didáctica</a:t>
            </a:r>
            <a:r>
              <a:rPr lang="es-MX" sz="1600" dirty="0">
                <a:solidFill>
                  <a:srgbClr val="245C4F"/>
                </a:solidFill>
                <a:effectLst/>
                <a:latin typeface="Montserrat Medium" pitchFamily="2" charset="7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686016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8ACFCCB-71AD-CA4F-335E-9336AA7E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45" y="1237484"/>
            <a:ext cx="10930688" cy="974376"/>
          </a:xfrm>
        </p:spPr>
        <p:txBody>
          <a:bodyPr>
            <a:normAutofit/>
          </a:bodyPr>
          <a:lstStyle/>
          <a:p>
            <a:endParaRPr lang="es-MX" sz="3600" b="1" dirty="0">
              <a:solidFill>
                <a:srgbClr val="BC9459"/>
              </a:solidFill>
              <a:latin typeface="Montserrat" pitchFamily="2" charset="77"/>
            </a:endParaRPr>
          </a:p>
        </p:txBody>
      </p:sp>
      <p:sp>
        <p:nvSpPr>
          <p:cNvPr id="5" name="Marcador de contenido 8">
            <a:extLst>
              <a:ext uri="{FF2B5EF4-FFF2-40B4-BE49-F238E27FC236}">
                <a16:creationId xmlns:a16="http://schemas.microsoft.com/office/drawing/2014/main" id="{22FFF1E5-CAEC-48F3-A4D7-76F349A78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545" y="2421923"/>
            <a:ext cx="10930688" cy="3558747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8AB4A86-1CD5-5670-18C0-1D859438E700}"/>
              </a:ext>
            </a:extLst>
          </p:cNvPr>
          <p:cNvSpPr txBox="1">
            <a:spLocks/>
          </p:cNvSpPr>
          <p:nvPr/>
        </p:nvSpPr>
        <p:spPr>
          <a:xfrm>
            <a:off x="3800840" y="86846"/>
            <a:ext cx="7810393" cy="4673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base"/>
            <a:r>
              <a:rPr lang="es-MX" sz="1600" dirty="0">
                <a:solidFill>
                  <a:srgbClr val="245C4F"/>
                </a:solidFill>
                <a:effectLst/>
                <a:latin typeface="Montserrat Medium" pitchFamily="2" charset="77"/>
              </a:rPr>
              <a:t>[Nombre de la </a:t>
            </a:r>
            <a:r>
              <a:rPr lang="es-MX" sz="1600" dirty="0">
                <a:solidFill>
                  <a:srgbClr val="245C4F"/>
                </a:solidFill>
                <a:latin typeface="Montserrat Medium" pitchFamily="2" charset="77"/>
              </a:rPr>
              <a:t>Unidad didáctica</a:t>
            </a:r>
            <a:r>
              <a:rPr lang="es-MX" sz="1600" dirty="0">
                <a:solidFill>
                  <a:srgbClr val="245C4F"/>
                </a:solidFill>
                <a:effectLst/>
                <a:latin typeface="Montserrat Medium" pitchFamily="2" charset="7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08052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8ACFCCB-71AD-CA4F-335E-9336AA7E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45" y="1237484"/>
            <a:ext cx="10930688" cy="974376"/>
          </a:xfrm>
        </p:spPr>
        <p:txBody>
          <a:bodyPr>
            <a:normAutofit/>
          </a:bodyPr>
          <a:lstStyle/>
          <a:p>
            <a:endParaRPr lang="es-MX" sz="3600" b="1" dirty="0">
              <a:solidFill>
                <a:srgbClr val="BC9459"/>
              </a:solidFill>
              <a:latin typeface="Montserrat" pitchFamily="2" charset="77"/>
            </a:endParaRPr>
          </a:p>
        </p:txBody>
      </p:sp>
      <p:sp>
        <p:nvSpPr>
          <p:cNvPr id="5" name="Marcador de contenido 8">
            <a:extLst>
              <a:ext uri="{FF2B5EF4-FFF2-40B4-BE49-F238E27FC236}">
                <a16:creationId xmlns:a16="http://schemas.microsoft.com/office/drawing/2014/main" id="{22FFF1E5-CAEC-48F3-A4D7-76F349A78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545" y="2421923"/>
            <a:ext cx="10930688" cy="3558747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8AB4A86-1CD5-5670-18C0-1D859438E700}"/>
              </a:ext>
            </a:extLst>
          </p:cNvPr>
          <p:cNvSpPr txBox="1">
            <a:spLocks/>
          </p:cNvSpPr>
          <p:nvPr/>
        </p:nvSpPr>
        <p:spPr>
          <a:xfrm>
            <a:off x="3800840" y="86846"/>
            <a:ext cx="7810393" cy="4673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base"/>
            <a:r>
              <a:rPr lang="es-MX" sz="1600" dirty="0">
                <a:solidFill>
                  <a:srgbClr val="245C4F"/>
                </a:solidFill>
                <a:effectLst/>
                <a:latin typeface="Montserrat Medium" pitchFamily="2" charset="77"/>
              </a:rPr>
              <a:t>[Nombre de la </a:t>
            </a:r>
            <a:r>
              <a:rPr lang="es-MX" sz="1600" dirty="0">
                <a:solidFill>
                  <a:srgbClr val="245C4F"/>
                </a:solidFill>
                <a:latin typeface="Montserrat Medium" pitchFamily="2" charset="77"/>
              </a:rPr>
              <a:t>Unidad didáctica</a:t>
            </a:r>
            <a:r>
              <a:rPr lang="es-MX" sz="1600" dirty="0">
                <a:solidFill>
                  <a:srgbClr val="245C4F"/>
                </a:solidFill>
                <a:effectLst/>
                <a:latin typeface="Montserrat Medium" pitchFamily="2" charset="7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52611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F79FB76-ACE6-FA66-0927-18169B9CC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7" y="1546403"/>
            <a:ext cx="3631963" cy="974376"/>
          </a:xfrm>
        </p:spPr>
        <p:txBody>
          <a:bodyPr>
            <a:normAutofit/>
          </a:bodyPr>
          <a:lstStyle/>
          <a:p>
            <a:endParaRPr lang="es-MX" sz="36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5" name="Marcador de contenido 8">
            <a:extLst>
              <a:ext uri="{FF2B5EF4-FFF2-40B4-BE49-F238E27FC236}">
                <a16:creationId xmlns:a16="http://schemas.microsoft.com/office/drawing/2014/main" id="{3BB210CD-E63C-05D4-E619-7E77C7757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7" y="2817340"/>
            <a:ext cx="3631963" cy="3915677"/>
          </a:xfrm>
        </p:spPr>
        <p:txBody>
          <a:bodyPr/>
          <a:lstStyle/>
          <a:p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1B004B7-18DD-5BBE-84AF-4EAD95E27445}"/>
              </a:ext>
            </a:extLst>
          </p:cNvPr>
          <p:cNvSpPr txBox="1">
            <a:spLocks/>
          </p:cNvSpPr>
          <p:nvPr/>
        </p:nvSpPr>
        <p:spPr>
          <a:xfrm>
            <a:off x="3800840" y="86846"/>
            <a:ext cx="7810393" cy="4673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base"/>
            <a:r>
              <a:rPr lang="es-MX" sz="1600" dirty="0">
                <a:solidFill>
                  <a:srgbClr val="245C4F"/>
                </a:solidFill>
                <a:effectLst/>
                <a:latin typeface="Montserrat Medium" pitchFamily="2" charset="77"/>
              </a:rPr>
              <a:t>[Nombre de la </a:t>
            </a:r>
            <a:r>
              <a:rPr lang="es-MX" sz="1600" dirty="0">
                <a:solidFill>
                  <a:srgbClr val="245C4F"/>
                </a:solidFill>
                <a:latin typeface="Montserrat Medium" pitchFamily="2" charset="77"/>
              </a:rPr>
              <a:t>Unidad didáctica</a:t>
            </a:r>
            <a:r>
              <a:rPr lang="es-MX" sz="1600" dirty="0">
                <a:solidFill>
                  <a:srgbClr val="245C4F"/>
                </a:solidFill>
                <a:effectLst/>
                <a:latin typeface="Montserrat Medium" pitchFamily="2" charset="7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02432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C2C6FF2-4551-A13C-F9F6-963C04E36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9270" y="1546403"/>
            <a:ext cx="3631963" cy="974376"/>
          </a:xfrm>
        </p:spPr>
        <p:txBody>
          <a:bodyPr>
            <a:normAutofit/>
          </a:bodyPr>
          <a:lstStyle/>
          <a:p>
            <a:endParaRPr lang="es-MX" sz="36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5" name="Marcador de contenido 8">
            <a:extLst>
              <a:ext uri="{FF2B5EF4-FFF2-40B4-BE49-F238E27FC236}">
                <a16:creationId xmlns:a16="http://schemas.microsoft.com/office/drawing/2014/main" id="{ED31E8EE-C4F7-07A4-D6AD-B91256E55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9270" y="2817340"/>
            <a:ext cx="3631963" cy="3915677"/>
          </a:xfrm>
        </p:spPr>
        <p:txBody>
          <a:bodyPr/>
          <a:lstStyle/>
          <a:p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4752FC4-5B36-5D96-679A-AF9801B668F4}"/>
              </a:ext>
            </a:extLst>
          </p:cNvPr>
          <p:cNvSpPr txBox="1">
            <a:spLocks/>
          </p:cNvSpPr>
          <p:nvPr/>
        </p:nvSpPr>
        <p:spPr>
          <a:xfrm>
            <a:off x="3800840" y="86846"/>
            <a:ext cx="7810393" cy="4673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base"/>
            <a:r>
              <a:rPr lang="es-MX" sz="1600" dirty="0">
                <a:solidFill>
                  <a:srgbClr val="245C4F"/>
                </a:solidFill>
                <a:effectLst/>
                <a:latin typeface="Montserrat Medium" pitchFamily="2" charset="77"/>
              </a:rPr>
              <a:t>[Nombre de la </a:t>
            </a:r>
            <a:r>
              <a:rPr lang="es-MX" sz="1600" dirty="0">
                <a:solidFill>
                  <a:srgbClr val="245C4F"/>
                </a:solidFill>
                <a:latin typeface="Montserrat Medium" pitchFamily="2" charset="77"/>
              </a:rPr>
              <a:t>Unidad didáctica</a:t>
            </a:r>
            <a:r>
              <a:rPr lang="es-MX" sz="1600" dirty="0">
                <a:solidFill>
                  <a:srgbClr val="245C4F"/>
                </a:solidFill>
                <a:effectLst/>
                <a:latin typeface="Montserrat Medium" pitchFamily="2" charset="7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63097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74122129-FC8A-B799-371B-7E035F9C36B1}"/>
              </a:ext>
            </a:extLst>
          </p:cNvPr>
          <p:cNvSpPr txBox="1">
            <a:spLocks/>
          </p:cNvSpPr>
          <p:nvPr/>
        </p:nvSpPr>
        <p:spPr>
          <a:xfrm>
            <a:off x="0" y="4247292"/>
            <a:ext cx="12192000" cy="9017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7">
              <a:buNone/>
              <a:defRPr/>
            </a:pPr>
            <a:r>
              <a:rPr lang="es-MX" sz="4000" b="1" dirty="0">
                <a:solidFill>
                  <a:srgbClr val="245C4F"/>
                </a:solidFill>
                <a:latin typeface="Montserrat" pitchFamily="2" charset="77"/>
              </a:rPr>
              <a:t>Gracias</a:t>
            </a:r>
          </a:p>
          <a:p>
            <a:pPr defTabSz="914377">
              <a:defRPr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45419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3095B30-479E-692D-6BAA-8C386BA37CD4}"/>
              </a:ext>
            </a:extLst>
          </p:cNvPr>
          <p:cNvSpPr txBox="1">
            <a:spLocks/>
          </p:cNvSpPr>
          <p:nvPr/>
        </p:nvSpPr>
        <p:spPr>
          <a:xfrm>
            <a:off x="0" y="4247292"/>
            <a:ext cx="12192000" cy="9017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7">
              <a:buNone/>
              <a:defRPr/>
            </a:pPr>
            <a:r>
              <a:rPr lang="es-MX" sz="4000" b="1" dirty="0">
                <a:solidFill>
                  <a:schemeClr val="bg1"/>
                </a:solidFill>
                <a:latin typeface="Montserrat" pitchFamily="2" charset="77"/>
              </a:rPr>
              <a:t>Gracias</a:t>
            </a:r>
          </a:p>
          <a:p>
            <a:pPr defTabSz="914377">
              <a:defRPr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080246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81</Words>
  <Application>Microsoft Office PowerPoint</Application>
  <PresentationFormat>Panorámica</PresentationFormat>
  <Paragraphs>15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Montserrat</vt:lpstr>
      <vt:lpstr>Montserrat Medium</vt:lpstr>
      <vt:lpstr>Montserrat SemiBold</vt:lpstr>
      <vt:lpstr>Tema de Office</vt:lpstr>
      <vt:lpstr>Presentación de PowerPoint</vt:lpstr>
      <vt:lpstr>Presentación de PowerPoint</vt:lpstr>
      <vt:lpstr>Identificación oficial (INE o Pasaporte)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Lidia Alejandra Del Río Reyna</dc:creator>
  <cp:lastModifiedBy>Genoveva Diaz Garcia</cp:lastModifiedBy>
  <cp:revision>3</cp:revision>
  <dcterms:created xsi:type="dcterms:W3CDTF">2024-03-22T19:16:03Z</dcterms:created>
  <dcterms:modified xsi:type="dcterms:W3CDTF">2025-01-24T02:00:18Z</dcterms:modified>
</cp:coreProperties>
</file>